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Administrative Assistant Case Study</a:t>
            </a:r>
          </a:p>
        </p:txBody>
      </p:sp>
      <p:sp>
        <p:nvSpPr>
          <p:cNvPr id="3" name="Subtitle 2"/>
          <p:cNvSpPr>
            <a:spLocks noGrp="1"/>
          </p:cNvSpPr>
          <p:nvPr>
            <p:ph type="subTitle" idx="1"/>
          </p:nvPr>
        </p:nvSpPr>
        <p:spPr/>
        <p:txBody>
          <a:bodyPr/>
          <a:lstStyle/>
          <a:p>
            <a:r>
              <a:t>103 Battalion Hospital, Enugu State</a:t>
            </a:r>
          </a:p>
          <a:p>
            <a:r>
              <a:t>Under the supervision of Captain O.H. Saliu</a:t>
            </a:r>
          </a:p>
          <a:p>
            <a:r>
              <a:t>Date: February 7th, 2023</a:t>
            </a:r>
          </a:p>
          <a:p>
            <a:r>
              <a:t>Prepared by: Omoniyi Oluwafolakemi Theresa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As an Administrative Assistant at the 103 Battalion Hospital, Enugu State, I provided comprehensive administrative and clerical support to ensure smooth hospital operations. Working under the supervision of Captain O.H. Saliu, my responsibilities required efficiency, confidentiality, and attention to detail in managing both patient and staff-related administrative tasks.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 Streamline administrative processes.</a:t>
            </a:r>
          </a:p>
          <a:p>
            <a:r>
              <a:t>• Maintain accurate medical and personnel records.</a:t>
            </a:r>
          </a:p>
          <a:p>
            <a:r>
              <a:t>• Enhance communication between departments for improved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Responsibilities</a:t>
            </a:r>
          </a:p>
        </p:txBody>
      </p:sp>
      <p:sp>
        <p:nvSpPr>
          <p:cNvPr id="3" name="Content Placeholder 2"/>
          <p:cNvSpPr>
            <a:spLocks noGrp="1"/>
          </p:cNvSpPr>
          <p:nvPr>
            <p:ph idx="1"/>
          </p:nvPr>
        </p:nvSpPr>
        <p:spPr/>
        <p:txBody>
          <a:bodyPr/>
          <a:lstStyle/>
          <a:p>
            <a:r>
              <a:t>• Managed hospital correspondence and documentation.</a:t>
            </a:r>
          </a:p>
          <a:p>
            <a:r>
              <a:t>• Organized meetings and prepared reports for senior officers.</a:t>
            </a:r>
          </a:p>
          <a:p>
            <a:r>
              <a:t>• Maintained an efficient filing system for medical and military documentation.</a:t>
            </a:r>
          </a:p>
          <a:p>
            <a:r>
              <a:t>• Supported procurement and inventory management.</a:t>
            </a:r>
          </a:p>
          <a:p>
            <a:r>
              <a:t>• Coordinated patient care logistics and appointments.</a:t>
            </a:r>
          </a:p>
          <a:p>
            <a:r>
              <a:t>• Provided front-desk administrative support.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Faced</a:t>
            </a:r>
          </a:p>
        </p:txBody>
      </p:sp>
      <p:sp>
        <p:nvSpPr>
          <p:cNvPr id="3" name="Content Placeholder 2"/>
          <p:cNvSpPr>
            <a:spLocks noGrp="1"/>
          </p:cNvSpPr>
          <p:nvPr>
            <p:ph idx="1"/>
          </p:nvPr>
        </p:nvSpPr>
        <p:spPr/>
        <p:txBody>
          <a:bodyPr/>
          <a:lstStyle/>
          <a:p>
            <a:r>
              <a:t>A major challenge was managing patient documentation during peak hours while ensuring confidentiality. By implementing a simplified record-tracking system, I reduced document retrieval time and minimized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Achievements</a:t>
            </a:r>
          </a:p>
        </p:txBody>
      </p:sp>
      <p:sp>
        <p:nvSpPr>
          <p:cNvPr id="3" name="Content Placeholder 2"/>
          <p:cNvSpPr>
            <a:spLocks noGrp="1"/>
          </p:cNvSpPr>
          <p:nvPr>
            <p:ph idx="1"/>
          </p:nvPr>
        </p:nvSpPr>
        <p:spPr/>
        <p:txBody>
          <a:bodyPr/>
          <a:lstStyle/>
          <a:p>
            <a:r>
              <a:t>• Digitized over 200 patient records for faster access.</a:t>
            </a:r>
          </a:p>
          <a:p>
            <a:r>
              <a:t>• Improved inter-departmental communication.</a:t>
            </a:r>
          </a:p>
          <a:p>
            <a:r>
              <a:t>• Enhanced supply chain coordination and reduced delays.</a:t>
            </a:r>
          </a:p>
          <a:p>
            <a:r>
              <a:t>• Maintained 98% accuracy in record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Lessons Learned</a:t>
            </a:r>
          </a:p>
        </p:txBody>
      </p:sp>
      <p:sp>
        <p:nvSpPr>
          <p:cNvPr id="3" name="Content Placeholder 2"/>
          <p:cNvSpPr>
            <a:spLocks noGrp="1"/>
          </p:cNvSpPr>
          <p:nvPr>
            <p:ph idx="1"/>
          </p:nvPr>
        </p:nvSpPr>
        <p:spPr/>
        <p:txBody>
          <a:bodyPr/>
          <a:lstStyle/>
          <a:p>
            <a:r>
              <a:t>This experience improved my organizational, communication, and problem-solving skills. I learned precision in documentation, teamwork in healthcare administration, and adaptability in a structured military environment.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Serving under Captain O.H. Saliu at the 103 Battalion Hospital was a pivotal experience that enhanced my administrative competence and discipline. It equipped me to work efficiently under pressure and strengthened my commitment to excellence in healthcare administration.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